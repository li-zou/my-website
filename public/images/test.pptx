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4-Point Star 3"/>
          <p:cNvSpPr/>
          <p:nvPr/>
        </p:nvSpPr>
        <p:spPr>
          <a:xfrm>
            <a:off x="3954780" y="1928495"/>
            <a:ext cx="3371215" cy="2924810"/>
          </a:xfrm>
          <a:prstGeom prst="star4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deep_learn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435" y="1433195"/>
            <a:ext cx="6369050" cy="33077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li</cp:lastModifiedBy>
  <cp:revision>4</cp:revision>
  <dcterms:created xsi:type="dcterms:W3CDTF">2025-07-23T00:59:00Z</dcterms:created>
  <dcterms:modified xsi:type="dcterms:W3CDTF">2025-12-31T20:01:04Z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49E70109ED1D4899BB6E6ABEB411BA05_13</vt:lpwstr>
  </property>
  <property fmtid="{D5CDD505-2E9C-101B-9397-08002B2CF9AE}" pid="3" name="KSOProductBuildVer">
    <vt:lpwstr>2057-12.2.0.23158</vt:lpwstr>
  </property>
</Properties>
</file>